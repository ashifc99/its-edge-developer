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B7B0A6-DF7E-6269-306B-4285021AB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259E8EC-C20F-D992-F676-AD6596A4B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91BC38-06FB-9294-8CAE-5627177AA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693ADCA-B96A-E79E-B867-41737472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697A13-D6B9-8FE9-74AB-DD6E661D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644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DD2780-5AA2-016A-49BC-4CF52B21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A18026-BDBA-4B25-8AEF-1DC6358E9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25A35B-5B21-B8C6-D3E8-C9C83A3AB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755BCD-5B0A-A783-AC26-BB20CC9C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FFE229-D25B-D63E-A1B7-326596A4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571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C321C8-3099-EEDB-3D4C-6ECEFE59D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20FCF2-454E-B6D1-FD37-88AF8484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9C2F8C-D008-42B3-7542-17E9237E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11C42C-95FD-4A71-97B2-51C6801B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4A828E-F58A-CD05-1175-882F84B4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798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C7AB7-E026-2022-3FEA-188CB7AAB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61CDF1-336D-9F3C-F7F0-810EFF021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710000F-FDFE-B6E3-F760-32CD2E0C6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E48FC1B-50D8-4006-5638-E4503BE3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04D128-72F6-9E20-F084-38E71D81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622138-B651-1293-B02B-DDF7C537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8332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0C1D38-FFBF-6D3C-73BF-63C9A1C3C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6A8FBA-EC7A-6316-5622-37BD21058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2E62B61-A3C1-C35E-D2D3-12B3C484F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2AAFE17-2D23-9F3A-B202-196E528FC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81662FB-B33A-9D33-3B3C-DF54A648F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EF47858-7BE4-0DC9-D944-C6C94C0A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79D39FD-20A1-4787-A369-40B75C0F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A20FF99-E354-AB3C-70C7-E22E45536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228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B9E89-F07E-9645-F12F-5954B07A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5FFAB2-601B-5E64-D624-0A6096202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B8B971C-EC8E-665C-BBCA-459F0C09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561C692-68D8-AB13-EEBB-5242D741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552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F55147E-A82E-F01D-CD4E-92B65BFD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7F750AA-9FD3-B68F-E934-93605E91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3E694CA-64E5-C14E-A9FB-07EA2AED9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75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1A0B92-ADF8-96DD-23EE-0E918AAB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4BCEA3-868A-11B6-C265-AB10071C9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99ACC42-7479-71D8-B9E4-71274B234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65ACCD5-A070-DDEF-EAF0-B450A5FD8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66D37A5-3B59-CB7E-EA59-DCC9BC73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D136FD8-1525-70B6-A657-64DFEB34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123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EAF7FE-FF15-A27C-CC02-1CE1DC1F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3044D1B-71C0-A9D0-93B3-49EBE8720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F934BF-A86C-A042-E3B1-678F7E679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0C37FAC-9175-43BA-659A-C97EA112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34C00B9-FB1A-9551-A56A-5955131B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CB463DF-11CD-BD06-9109-94D6F3A5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542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5D9A49-D813-71CA-12BF-041475FA0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840F363-AD21-3C4D-CF17-226453C32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EF8DD2-F47B-6495-20C8-F714619DF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21B35B-B316-DB8F-F166-10DD72191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8130C6-4705-0E69-1818-E19E7C7B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899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6ED586B-3D19-B11C-82BF-C4FBA49E55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B9E5472-BE78-A23D-EC9D-254731166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85EF12-C1BC-D334-8C4F-5E8EEA819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51D932-9A22-763D-71D8-6423036B7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212B1A-442A-36FE-8461-8953B022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10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2814CA6-FCA4-331C-BA73-02837972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4C5919-F21C-5024-C84C-B0E9DB729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121903-89CD-FD19-C2D2-8766B9B84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9E0D5-6B3A-43DC-8B18-88B65A3D528B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2E0C64-532D-528A-ABFB-A5403EB64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980ADD-B7BF-4E62-2107-DB8149E34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017D0-EE07-4FC1-8FFE-F38B7B3002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296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CE4316-6C8A-7CFC-832A-E86A75887C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CE53AFA-DCDB-F53A-8A33-2AF4475442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4573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Ashif Chowdhury</dc:creator>
  <cp:lastModifiedBy>Ashif Chowdhury</cp:lastModifiedBy>
  <cp:revision>1</cp:revision>
  <dcterms:created xsi:type="dcterms:W3CDTF">2025-11-27T13:11:28Z</dcterms:created>
  <dcterms:modified xsi:type="dcterms:W3CDTF">2025-11-27T13:12:02Z</dcterms:modified>
</cp:coreProperties>
</file>